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67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421A4-6572-4F1F-B217-047336783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675331-D977-4122-B751-3A23547ED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6B74D-6E4C-4345-8D84-C80E3AF8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A07F-0A50-4C7F-A2CB-4FECC9B08AE5}" type="datetimeFigureOut">
              <a:rPr lang="de-CH" smtClean="0"/>
              <a:t>20.04.2022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0B6D6-0BB4-4A77-976E-6C805E376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CB45F-0B20-48D7-850D-8FBE7CC4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04042D-5011-4495-82AB-D42028CFD3A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0885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B5F2-A101-447C-AD0A-A6488F58A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D3305-2C22-4F44-BC52-F6C1C9B19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0D760-F558-41E2-A211-5BE956FF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A07F-0A50-4C7F-A2CB-4FECC9B08AE5}" type="datetimeFigureOut">
              <a:rPr lang="de-CH" smtClean="0"/>
              <a:t>20.04.2022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B7923-35C8-42FF-BC8F-1C446CA74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5988A-CF8E-421A-8BDA-B56A99A47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04042D-5011-4495-82AB-D42028CFD3A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5774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32D75-200E-4A53-94D2-1DD60D8A5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4FDC9-91AB-4FE6-91C9-050C9E42D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47C71-4BE3-4CF3-B95C-300B256A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A07F-0A50-4C7F-A2CB-4FECC9B08AE5}" type="datetimeFigureOut">
              <a:rPr lang="de-CH" smtClean="0"/>
              <a:t>20.04.2022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FE4DC-8D75-4AC9-8BE7-40FDB41D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9AA72-F9CD-49CA-A128-D6B302FF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04042D-5011-4495-82AB-D42028CFD3A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23256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4002F-61E0-4179-9406-0A695B0A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3863C-4E63-4555-99D7-51A254874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89BEB-9582-4BFA-9CA0-36C2DB73D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9D5CA-FAFE-4FCA-9444-897682D8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A07F-0A50-4C7F-A2CB-4FECC9B08AE5}" type="datetimeFigureOut">
              <a:rPr lang="de-CH" smtClean="0"/>
              <a:t>20.04.2022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8B22C-B1FC-4DCE-8E24-E2CDBA385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4DBC9-201D-460E-82D8-DE83E09CE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04042D-5011-4495-82AB-D42028CFD3A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1672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85FC-ECF2-4560-B08D-726CDB48A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D882B-933F-4D94-AF39-15114BC50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15127-CDE2-4771-8372-5BCDC8232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898AC2-A6B1-4E03-91B5-5B0AE4613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ED8ED9-344D-45E6-BEDB-9C71A3C23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671529-CD26-4F74-9EAF-51B1A311CA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A07F-0A50-4C7F-A2CB-4FECC9B08AE5}" type="datetimeFigureOut">
              <a:rPr lang="de-CH" smtClean="0"/>
              <a:t>20.04.2022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0B6CD4-B31E-41C5-BE06-F79A50B1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56D38C-6A78-4A43-B14C-9AD4F48F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04042D-5011-4495-82AB-D42028CFD3A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6784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7260-A527-4F34-9F2F-47C65234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90C3DE-2F58-463C-82F5-2A2B3D4F2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A07F-0A50-4C7F-A2CB-4FECC9B08AE5}" type="datetimeFigureOut">
              <a:rPr lang="de-CH" smtClean="0"/>
              <a:t>20.04.2022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0EA14-3AA9-4DBE-A108-70C169ABB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648154-FEF6-489C-8BEA-B3FE4953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04042D-5011-4495-82AB-D42028CFD3A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634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72B239-A1C0-4FA1-A7E8-D06D12D77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A07F-0A50-4C7F-A2CB-4FECC9B08AE5}" type="datetimeFigureOut">
              <a:rPr lang="de-CH" smtClean="0"/>
              <a:t>20.04.2022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8E2CED-8F2D-4588-B351-DF89B140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A3D8F-BCB1-4DE1-B580-BDD8D6B5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04042D-5011-4495-82AB-D42028CFD3A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1605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2A92D-1210-4B0D-ADD1-774EDCE70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D73B2-08F3-4D30-9BA6-9625EF20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0C3AC-C3C0-4160-A893-CFA5C23A7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17C88-C4BC-4F56-A618-3D6E8752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A07F-0A50-4C7F-A2CB-4FECC9B08AE5}" type="datetimeFigureOut">
              <a:rPr lang="de-CH" smtClean="0"/>
              <a:t>20.04.2022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39D24-2458-46A9-B33B-F1148F3DD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194E6-8BF6-413D-88B4-7ABA6154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04042D-5011-4495-82AB-D42028CFD3A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8490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E0E2B-45FE-4C8C-B581-410DFE2D6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2BF1E0-377E-47A5-8E7F-E26800CDB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8F8E1-F17A-42EA-B94F-747006816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2BFE2-2AC1-4FC1-BE68-D4574B6F05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A07F-0A50-4C7F-A2CB-4FECC9B08AE5}" type="datetimeFigureOut">
              <a:rPr lang="de-CH" smtClean="0"/>
              <a:t>20.04.2022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E5186-DA47-43C9-A896-420170E9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504E4-6C02-4328-B2B1-F081C905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04042D-5011-4495-82AB-D42028CFD3A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1756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A5CE6-C6F6-4E5D-A031-43628574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2C382-EA70-4B69-8C5F-8828A0C06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44EC7-67D3-45F9-BE5E-D4570F052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A07F-0A50-4C7F-A2CB-4FECC9B08AE5}" type="datetimeFigureOut">
              <a:rPr lang="de-CH" smtClean="0"/>
              <a:t>20.04.2022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B5866-FFB1-4A0B-9CAC-E3C9457A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9807F-151E-4C7F-AAE2-C621F64A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04042D-5011-4495-82AB-D42028CFD3A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5349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0D0FA6-DD8F-4AC6-9CBF-2F1DAEA3B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F8788-0A49-43B1-8469-0FEF8BBFE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3C567-E242-4423-9124-1EB1ED9A40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F2A07F-0A50-4C7F-A2CB-4FECC9B08AE5}" type="datetimeFigureOut">
              <a:rPr lang="de-CH" smtClean="0"/>
              <a:t>20.04.2022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F0892-0776-40FB-9EDB-450EE6F5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89A95-F040-4427-B3BA-CA44FAC6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04042D-5011-4495-82AB-D42028CFD3A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2791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84101-45B3-4F3E-9EB8-9BEA20E22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566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B55FA-318F-4ADC-BC97-A5D17A009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3743"/>
            <a:ext cx="10515600" cy="5430514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US" dirty="0"/>
              <a:t>HTTP-centric world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20609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3A0A4DD-9BBE-4220-9721-508E7D32055B}"/>
              </a:ext>
            </a:extLst>
          </p:cNvPr>
          <p:cNvSpPr/>
          <p:nvPr/>
        </p:nvSpPr>
        <p:spPr>
          <a:xfrm>
            <a:off x="4491133" y="3619520"/>
            <a:ext cx="3209731" cy="15364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5F3098-F9F2-43CA-83BA-0E32744767AD}"/>
              </a:ext>
            </a:extLst>
          </p:cNvPr>
          <p:cNvSpPr/>
          <p:nvPr/>
        </p:nvSpPr>
        <p:spPr>
          <a:xfrm>
            <a:off x="4491134" y="3619521"/>
            <a:ext cx="3209731" cy="9641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4F29EE-C94E-429C-B309-DFEECE3C2680}"/>
              </a:ext>
            </a:extLst>
          </p:cNvPr>
          <p:cNvSpPr/>
          <p:nvPr/>
        </p:nvSpPr>
        <p:spPr>
          <a:xfrm>
            <a:off x="5128725" y="3619521"/>
            <a:ext cx="1934549" cy="9641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A63E0-C004-4248-9B22-F7CD5EB23497}"/>
              </a:ext>
            </a:extLst>
          </p:cNvPr>
          <p:cNvSpPr/>
          <p:nvPr/>
        </p:nvSpPr>
        <p:spPr>
          <a:xfrm>
            <a:off x="4491134" y="2254141"/>
            <a:ext cx="3209731" cy="8770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Logic</a:t>
            </a:r>
            <a:endParaRPr lang="de-C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D9F30-1BD6-4B82-8B35-30F6C912F27B}"/>
              </a:ext>
            </a:extLst>
          </p:cNvPr>
          <p:cNvSpPr/>
          <p:nvPr/>
        </p:nvSpPr>
        <p:spPr>
          <a:xfrm>
            <a:off x="5128725" y="3619521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 API</a:t>
            </a:r>
            <a:endParaRPr lang="de-CH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9D8A59-9C21-413B-92EB-E2CF2EE542C3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6096000" y="3131218"/>
            <a:ext cx="0" cy="488303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C7AF99-7EF5-4EAF-83B1-C2D9E6E689B5}"/>
              </a:ext>
            </a:extLst>
          </p:cNvPr>
          <p:cNvCxnSpPr>
            <a:stCxn id="6" idx="0"/>
            <a:endCxn id="5" idx="2"/>
          </p:cNvCxnSpPr>
          <p:nvPr/>
        </p:nvCxnSpPr>
        <p:spPr>
          <a:xfrm flipV="1">
            <a:off x="6096000" y="3131218"/>
            <a:ext cx="0" cy="488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276821DC-3BB9-4DC9-B30E-E09B1802AB59}"/>
              </a:ext>
            </a:extLst>
          </p:cNvPr>
          <p:cNvSpPr/>
          <p:nvPr/>
        </p:nvSpPr>
        <p:spPr>
          <a:xfrm>
            <a:off x="5821680" y="4069979"/>
            <a:ext cx="548640" cy="36576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 err="1"/>
              <a:t>Authent</a:t>
            </a:r>
            <a:r>
              <a:rPr lang="en-US" sz="1000" dirty="0"/>
              <a:t>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6165B4-E822-4A67-ADFD-A6554AFD1E8A}"/>
              </a:ext>
            </a:extLst>
          </p:cNvPr>
          <p:cNvSpPr/>
          <p:nvPr/>
        </p:nvSpPr>
        <p:spPr>
          <a:xfrm>
            <a:off x="6427295" y="4069979"/>
            <a:ext cx="548640" cy="36576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/>
              <a:t>Logging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42A805-81C6-4BA7-88E4-ED78178FF209}"/>
              </a:ext>
            </a:extLst>
          </p:cNvPr>
          <p:cNvSpPr/>
          <p:nvPr/>
        </p:nvSpPr>
        <p:spPr>
          <a:xfrm>
            <a:off x="5216065" y="4069979"/>
            <a:ext cx="548640" cy="36576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 err="1"/>
              <a:t>Authoriz</a:t>
            </a:r>
            <a:r>
              <a:rPr lang="en-US" sz="1000" dirty="0"/>
              <a:t>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85884F-BA73-428D-808C-6EC64E540228}"/>
              </a:ext>
            </a:extLst>
          </p:cNvPr>
          <p:cNvSpPr/>
          <p:nvPr/>
        </p:nvSpPr>
        <p:spPr>
          <a:xfrm>
            <a:off x="6997485" y="3755524"/>
            <a:ext cx="548640" cy="36576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/>
              <a:t>Timeout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A1EE05F-4511-4036-A01A-6189B0F540E6}"/>
              </a:ext>
            </a:extLst>
          </p:cNvPr>
          <p:cNvSpPr/>
          <p:nvPr/>
        </p:nvSpPr>
        <p:spPr>
          <a:xfrm>
            <a:off x="4645875" y="3755523"/>
            <a:ext cx="548640" cy="36576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/>
              <a:t>Validation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A494462-67FD-4705-9448-5D0954472C50}"/>
              </a:ext>
            </a:extLst>
          </p:cNvPr>
          <p:cNvSpPr/>
          <p:nvPr/>
        </p:nvSpPr>
        <p:spPr>
          <a:xfrm>
            <a:off x="4642463" y="4405233"/>
            <a:ext cx="548640" cy="36576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/>
              <a:t>Retry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32094C-68CA-462C-9077-637948AB54D8}"/>
              </a:ext>
            </a:extLst>
          </p:cNvPr>
          <p:cNvSpPr/>
          <p:nvPr/>
        </p:nvSpPr>
        <p:spPr>
          <a:xfrm>
            <a:off x="6996318" y="4411455"/>
            <a:ext cx="548640" cy="36576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/>
              <a:t>Fallback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D82195-11FA-43A9-9B9B-3DB7BC566E4B}"/>
              </a:ext>
            </a:extLst>
          </p:cNvPr>
          <p:cNvSpPr/>
          <p:nvPr/>
        </p:nvSpPr>
        <p:spPr>
          <a:xfrm>
            <a:off x="5819390" y="4687195"/>
            <a:ext cx="548640" cy="36576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/>
              <a:t>Metrics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8C9BD6A-8308-43B3-BC88-F96B16530A0B}"/>
              </a:ext>
            </a:extLst>
          </p:cNvPr>
          <p:cNvSpPr/>
          <p:nvPr/>
        </p:nvSpPr>
        <p:spPr>
          <a:xfrm>
            <a:off x="6425005" y="4687195"/>
            <a:ext cx="548640" cy="36576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/>
              <a:t>Transact.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F71F2C1-B8A7-42D7-93F3-C8175893CD00}"/>
              </a:ext>
            </a:extLst>
          </p:cNvPr>
          <p:cNvSpPr/>
          <p:nvPr/>
        </p:nvSpPr>
        <p:spPr>
          <a:xfrm>
            <a:off x="5213775" y="4687195"/>
            <a:ext cx="548640" cy="36576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/>
              <a:t>Caching</a:t>
            </a:r>
          </a:p>
        </p:txBody>
      </p:sp>
    </p:spTree>
    <p:extLst>
      <p:ext uri="{BB962C8B-B14F-4D97-AF65-F5344CB8AC3E}">
        <p14:creationId xmlns:p14="http://schemas.microsoft.com/office/powerpoint/2010/main" val="352448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4" grpId="0" animBg="1"/>
      <p:bldP spid="7" grpId="0" animBg="1"/>
      <p:bldP spid="2" grpId="0" animBg="1"/>
      <p:bldP spid="10" grpId="0" animBg="1"/>
      <p:bldP spid="11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3A0A4DD-9BBE-4220-9721-508E7D32055B}"/>
              </a:ext>
            </a:extLst>
          </p:cNvPr>
          <p:cNvSpPr/>
          <p:nvPr/>
        </p:nvSpPr>
        <p:spPr>
          <a:xfrm>
            <a:off x="4491133" y="3617378"/>
            <a:ext cx="3209731" cy="15364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A63E0-C004-4248-9B22-F7CD5EB23497}"/>
              </a:ext>
            </a:extLst>
          </p:cNvPr>
          <p:cNvSpPr/>
          <p:nvPr/>
        </p:nvSpPr>
        <p:spPr>
          <a:xfrm>
            <a:off x="4491134" y="2251999"/>
            <a:ext cx="3209731" cy="8770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Logic</a:t>
            </a:r>
            <a:endParaRPr lang="de-C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D9F30-1BD6-4B82-8B35-30F6C912F27B}"/>
              </a:ext>
            </a:extLst>
          </p:cNvPr>
          <p:cNvSpPr/>
          <p:nvPr/>
        </p:nvSpPr>
        <p:spPr>
          <a:xfrm>
            <a:off x="5128725" y="3617379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 API</a:t>
            </a:r>
            <a:endParaRPr lang="de-CH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9D8A59-9C21-413B-92EB-E2CF2EE542C3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6096000" y="3129076"/>
            <a:ext cx="0" cy="488303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C7AF99-7EF5-4EAF-83B1-C2D9E6E689B5}"/>
              </a:ext>
            </a:extLst>
          </p:cNvPr>
          <p:cNvCxnSpPr>
            <a:stCxn id="6" idx="0"/>
            <a:endCxn id="5" idx="2"/>
          </p:cNvCxnSpPr>
          <p:nvPr/>
        </p:nvCxnSpPr>
        <p:spPr>
          <a:xfrm flipV="1">
            <a:off x="6096000" y="3129076"/>
            <a:ext cx="0" cy="488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263CD1C-8631-4BAA-BD36-E60E489C04EB}"/>
              </a:ext>
            </a:extLst>
          </p:cNvPr>
          <p:cNvSpPr/>
          <p:nvPr/>
        </p:nvSpPr>
        <p:spPr>
          <a:xfrm>
            <a:off x="8403683" y="1923886"/>
            <a:ext cx="3209731" cy="15364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F5A8DC-8731-4CF1-A54F-47D090577115}"/>
              </a:ext>
            </a:extLst>
          </p:cNvPr>
          <p:cNvSpPr/>
          <p:nvPr/>
        </p:nvSpPr>
        <p:spPr>
          <a:xfrm>
            <a:off x="9041275" y="1923887"/>
            <a:ext cx="1934549" cy="9641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BA4778-4485-4C6F-B74D-4B730DA16945}"/>
              </a:ext>
            </a:extLst>
          </p:cNvPr>
          <p:cNvSpPr/>
          <p:nvPr/>
        </p:nvSpPr>
        <p:spPr>
          <a:xfrm>
            <a:off x="9041275" y="1923887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Queue API</a:t>
            </a:r>
            <a:endParaRPr lang="de-CH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FB9E19C-E5EB-4C18-8A73-EBAF162E3940}"/>
              </a:ext>
            </a:extLst>
          </p:cNvPr>
          <p:cNvSpPr/>
          <p:nvPr/>
        </p:nvSpPr>
        <p:spPr>
          <a:xfrm>
            <a:off x="5279387" y="4188468"/>
            <a:ext cx="1633222" cy="766952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Cross-Cutting</a:t>
            </a:r>
            <a:br>
              <a:rPr lang="en-US" sz="1400" dirty="0"/>
            </a:br>
            <a:r>
              <a:rPr lang="en-US" sz="1400" dirty="0"/>
              <a:t>Concerns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68B077-F34C-42A1-A01E-365DB657D069}"/>
              </a:ext>
            </a:extLst>
          </p:cNvPr>
          <p:cNvSpPr/>
          <p:nvPr/>
        </p:nvSpPr>
        <p:spPr>
          <a:xfrm>
            <a:off x="9191936" y="2418496"/>
            <a:ext cx="1633222" cy="766952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Cross-Cutting</a:t>
            </a:r>
            <a:br>
              <a:rPr lang="en-US" sz="1400" dirty="0"/>
            </a:br>
            <a:r>
              <a:rPr lang="en-US" sz="1400" dirty="0"/>
              <a:t>Concerns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AB10C2D-98C1-4D93-A4C3-0E16A819335B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7700865" y="2688655"/>
            <a:ext cx="702815" cy="18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1D62BD5-60DA-4CD9-81CC-86F96D6DB280}"/>
              </a:ext>
            </a:extLst>
          </p:cNvPr>
          <p:cNvSpPr/>
          <p:nvPr/>
        </p:nvSpPr>
        <p:spPr>
          <a:xfrm>
            <a:off x="578586" y="1920434"/>
            <a:ext cx="3209731" cy="15364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B8D64AB-9E27-4A65-B4CF-88F450469F44}"/>
              </a:ext>
            </a:extLst>
          </p:cNvPr>
          <p:cNvSpPr/>
          <p:nvPr/>
        </p:nvSpPr>
        <p:spPr>
          <a:xfrm>
            <a:off x="1216177" y="1942635"/>
            <a:ext cx="1934549" cy="9641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F708D0A-9796-4265-84CD-0BA2AD67D85B}"/>
              </a:ext>
            </a:extLst>
          </p:cNvPr>
          <p:cNvSpPr/>
          <p:nvPr/>
        </p:nvSpPr>
        <p:spPr>
          <a:xfrm>
            <a:off x="1216178" y="1920435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 Line</a:t>
            </a:r>
            <a:endParaRPr lang="de-CH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A61E253-F176-4C17-8F95-42C37B237F93}"/>
              </a:ext>
            </a:extLst>
          </p:cNvPr>
          <p:cNvSpPr/>
          <p:nvPr/>
        </p:nvSpPr>
        <p:spPr>
          <a:xfrm>
            <a:off x="1366839" y="2415044"/>
            <a:ext cx="1633222" cy="766952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Cross-Cutting</a:t>
            </a:r>
            <a:br>
              <a:rPr lang="en-US" sz="1400" dirty="0"/>
            </a:br>
            <a:r>
              <a:rPr lang="en-US" sz="1400" dirty="0"/>
              <a:t>Concerns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3A0B3ED-8A52-4A09-BC10-F14E9A884FA4}"/>
              </a:ext>
            </a:extLst>
          </p:cNvPr>
          <p:cNvCxnSpPr>
            <a:cxnSpLocks/>
            <a:stCxn id="40" idx="3"/>
            <a:endCxn id="5" idx="1"/>
          </p:cNvCxnSpPr>
          <p:nvPr/>
        </p:nvCxnSpPr>
        <p:spPr>
          <a:xfrm>
            <a:off x="3788317" y="2688655"/>
            <a:ext cx="702817" cy="18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79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26" grpId="0" animBg="1"/>
      <p:bldP spid="38" grpId="0" animBg="1"/>
      <p:bldP spid="40" grpId="0" animBg="1"/>
      <p:bldP spid="42" grpId="0" animBg="1"/>
      <p:bldP spid="43" grpId="0" animBg="1"/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3A0A4DD-9BBE-4220-9721-508E7D32055B}"/>
              </a:ext>
            </a:extLst>
          </p:cNvPr>
          <p:cNvSpPr/>
          <p:nvPr/>
        </p:nvSpPr>
        <p:spPr>
          <a:xfrm>
            <a:off x="4491133" y="3617378"/>
            <a:ext cx="3209731" cy="15364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A63E0-C004-4248-9B22-F7CD5EB23497}"/>
              </a:ext>
            </a:extLst>
          </p:cNvPr>
          <p:cNvSpPr/>
          <p:nvPr/>
        </p:nvSpPr>
        <p:spPr>
          <a:xfrm>
            <a:off x="4491134" y="2251999"/>
            <a:ext cx="3209731" cy="8770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Logic</a:t>
            </a:r>
            <a:endParaRPr lang="de-C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D9F30-1BD6-4B82-8B35-30F6C912F27B}"/>
              </a:ext>
            </a:extLst>
          </p:cNvPr>
          <p:cNvSpPr/>
          <p:nvPr/>
        </p:nvSpPr>
        <p:spPr>
          <a:xfrm>
            <a:off x="5128725" y="3617379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 API</a:t>
            </a:r>
            <a:endParaRPr lang="de-CH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9D8A59-9C21-413B-92EB-E2CF2EE542C3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6096000" y="3129076"/>
            <a:ext cx="0" cy="488303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C7AF99-7EF5-4EAF-83B1-C2D9E6E689B5}"/>
              </a:ext>
            </a:extLst>
          </p:cNvPr>
          <p:cNvCxnSpPr>
            <a:stCxn id="6" idx="0"/>
            <a:endCxn id="5" idx="2"/>
          </p:cNvCxnSpPr>
          <p:nvPr/>
        </p:nvCxnSpPr>
        <p:spPr>
          <a:xfrm flipV="1">
            <a:off x="6096000" y="3129076"/>
            <a:ext cx="0" cy="488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FB9E19C-E5EB-4C18-8A73-EBAF162E3940}"/>
              </a:ext>
            </a:extLst>
          </p:cNvPr>
          <p:cNvSpPr/>
          <p:nvPr/>
        </p:nvSpPr>
        <p:spPr>
          <a:xfrm>
            <a:off x="5279387" y="4188468"/>
            <a:ext cx="1633222" cy="766952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dirty="0"/>
              <a:t>Cross-Cutting</a:t>
            </a:r>
            <a:br>
              <a:rPr lang="en-US" sz="1400" dirty="0"/>
            </a:br>
            <a:r>
              <a:rPr lang="en-US" sz="1400" dirty="0"/>
              <a:t>Concerns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749A48-B4E5-413E-8A14-BB58B09FCD2F}"/>
              </a:ext>
            </a:extLst>
          </p:cNvPr>
          <p:cNvSpPr/>
          <p:nvPr/>
        </p:nvSpPr>
        <p:spPr>
          <a:xfrm>
            <a:off x="8374844" y="4093240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Queue API</a:t>
            </a:r>
            <a:endParaRPr lang="de-CH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ED8904-D560-4819-B890-00B6E2C8CBE5}"/>
              </a:ext>
            </a:extLst>
          </p:cNvPr>
          <p:cNvCxnSpPr>
            <a:stCxn id="18" idx="1"/>
          </p:cNvCxnSpPr>
          <p:nvPr/>
        </p:nvCxnSpPr>
        <p:spPr>
          <a:xfrm flipH="1">
            <a:off x="7700863" y="4331171"/>
            <a:ext cx="67398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D1541F1-3DB0-47D8-B18E-8A15892CFEFB}"/>
              </a:ext>
            </a:extLst>
          </p:cNvPr>
          <p:cNvSpPr/>
          <p:nvPr/>
        </p:nvSpPr>
        <p:spPr>
          <a:xfrm>
            <a:off x="1882603" y="4093240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 Line</a:t>
            </a:r>
            <a:endParaRPr lang="de-CH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74DBB5-0B12-4A2B-82BC-702A4B3D3F7D}"/>
              </a:ext>
            </a:extLst>
          </p:cNvPr>
          <p:cNvCxnSpPr>
            <a:stCxn id="20" idx="3"/>
          </p:cNvCxnSpPr>
          <p:nvPr/>
        </p:nvCxnSpPr>
        <p:spPr>
          <a:xfrm>
            <a:off x="3817152" y="4331171"/>
            <a:ext cx="67398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70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65A63E0-C004-4248-9B22-F7CD5EB23497}"/>
              </a:ext>
            </a:extLst>
          </p:cNvPr>
          <p:cNvSpPr/>
          <p:nvPr/>
        </p:nvSpPr>
        <p:spPr>
          <a:xfrm>
            <a:off x="4491133" y="1161661"/>
            <a:ext cx="3209731" cy="8770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Logic</a:t>
            </a:r>
            <a:endParaRPr lang="de-CH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9D8A59-9C21-413B-92EB-E2CF2EE542C3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H="1" flipV="1">
            <a:off x="6095999" y="2038738"/>
            <a:ext cx="2" cy="622042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C061EB72-533E-4CB6-B5D3-CE67D1763150}"/>
              </a:ext>
            </a:extLst>
          </p:cNvPr>
          <p:cNvGrpSpPr/>
          <p:nvPr/>
        </p:nvGrpSpPr>
        <p:grpSpPr>
          <a:xfrm>
            <a:off x="4491134" y="2660779"/>
            <a:ext cx="3209731" cy="1536441"/>
            <a:chOff x="4653503" y="2652676"/>
            <a:chExt cx="3209731" cy="153644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A0A4DD-9BBE-4220-9721-508E7D32055B}"/>
                </a:ext>
              </a:extLst>
            </p:cNvPr>
            <p:cNvSpPr/>
            <p:nvPr/>
          </p:nvSpPr>
          <p:spPr>
            <a:xfrm>
              <a:off x="4653503" y="2652676"/>
              <a:ext cx="3209731" cy="153644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0D9F30-1BD6-4B82-8B35-30F6C912F27B}"/>
                </a:ext>
              </a:extLst>
            </p:cNvPr>
            <p:cNvSpPr/>
            <p:nvPr/>
          </p:nvSpPr>
          <p:spPr>
            <a:xfrm>
              <a:off x="5291095" y="2652677"/>
              <a:ext cx="1934549" cy="4758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Application</a:t>
              </a:r>
              <a:endParaRPr lang="de-CH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FB9E19C-E5EB-4C18-8A73-EBAF162E3940}"/>
                </a:ext>
              </a:extLst>
            </p:cNvPr>
            <p:cNvSpPr/>
            <p:nvPr/>
          </p:nvSpPr>
          <p:spPr>
            <a:xfrm>
              <a:off x="5441757" y="3223766"/>
              <a:ext cx="1633222" cy="766952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/>
                <a:t>Cross-Cutting</a:t>
              </a:r>
              <a:br>
                <a:rPr lang="en-US" sz="1400" dirty="0"/>
              </a:br>
              <a:r>
                <a:rPr lang="en-US" sz="1400" dirty="0"/>
                <a:t>Concerns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49BDB5-0D56-48EF-98E2-592CF48E0D8D}"/>
              </a:ext>
            </a:extLst>
          </p:cNvPr>
          <p:cNvCxnSpPr>
            <a:stCxn id="6" idx="0"/>
            <a:endCxn id="5" idx="2"/>
          </p:cNvCxnSpPr>
          <p:nvPr/>
        </p:nvCxnSpPr>
        <p:spPr>
          <a:xfrm flipH="1" flipV="1">
            <a:off x="6095999" y="2038738"/>
            <a:ext cx="2" cy="6220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E01D0D5-BE60-4CD6-AD27-1DB4D4A29B22}"/>
              </a:ext>
            </a:extLst>
          </p:cNvPr>
          <p:cNvSpPr/>
          <p:nvPr/>
        </p:nvSpPr>
        <p:spPr>
          <a:xfrm>
            <a:off x="5128726" y="4680422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 API</a:t>
            </a:r>
            <a:endParaRPr lang="de-CH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5B9227-6C0C-4661-A9B7-DEE9E20D93BD}"/>
              </a:ext>
            </a:extLst>
          </p:cNvPr>
          <p:cNvCxnSpPr>
            <a:stCxn id="27" idx="0"/>
          </p:cNvCxnSpPr>
          <p:nvPr/>
        </p:nvCxnSpPr>
        <p:spPr>
          <a:xfrm flipV="1">
            <a:off x="6096001" y="4192119"/>
            <a:ext cx="0" cy="488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60B5D74-2F4F-48A7-BB1B-83C892158A45}"/>
              </a:ext>
            </a:extLst>
          </p:cNvPr>
          <p:cNvSpPr/>
          <p:nvPr/>
        </p:nvSpPr>
        <p:spPr>
          <a:xfrm>
            <a:off x="8374846" y="3191068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Queue API</a:t>
            </a:r>
            <a:endParaRPr lang="de-CH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2F3CBD-F618-4B31-98E0-A57A7C5BF8A7}"/>
              </a:ext>
            </a:extLst>
          </p:cNvPr>
          <p:cNvSpPr/>
          <p:nvPr/>
        </p:nvSpPr>
        <p:spPr>
          <a:xfrm>
            <a:off x="1882605" y="3191068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 Line</a:t>
            </a:r>
            <a:endParaRPr lang="de-CH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1E70FC-05F5-4A85-A040-BD68560A7513}"/>
              </a:ext>
            </a:extLst>
          </p:cNvPr>
          <p:cNvCxnSpPr>
            <a:stCxn id="30" idx="3"/>
            <a:endCxn id="17" idx="1"/>
          </p:cNvCxnSpPr>
          <p:nvPr/>
        </p:nvCxnSpPr>
        <p:spPr>
          <a:xfrm>
            <a:off x="3817154" y="3428999"/>
            <a:ext cx="67398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7D158F-1CB7-4CE6-9D8D-3EEA964E846F}"/>
              </a:ext>
            </a:extLst>
          </p:cNvPr>
          <p:cNvCxnSpPr>
            <a:stCxn id="29" idx="1"/>
            <a:endCxn id="17" idx="3"/>
          </p:cNvCxnSpPr>
          <p:nvPr/>
        </p:nvCxnSpPr>
        <p:spPr>
          <a:xfrm flipH="1">
            <a:off x="7700865" y="3428999"/>
            <a:ext cx="67398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15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39AA785A-5914-4B49-8F2A-7F93E8A872B1}"/>
              </a:ext>
            </a:extLst>
          </p:cNvPr>
          <p:cNvSpPr/>
          <p:nvPr/>
        </p:nvSpPr>
        <p:spPr>
          <a:xfrm rot="5400000">
            <a:off x="5117782" y="197167"/>
            <a:ext cx="1956435" cy="683895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FB4FD2-2C28-4C31-8DCE-E5601080D103}"/>
              </a:ext>
            </a:extLst>
          </p:cNvPr>
          <p:cNvSpPr txBox="1"/>
          <p:nvPr/>
        </p:nvSpPr>
        <p:spPr>
          <a:xfrm>
            <a:off x="4853940" y="2710934"/>
            <a:ext cx="2484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Request Pipeline</a:t>
            </a:r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0E50FE-5951-427E-9D55-D24EA23F12CF}"/>
              </a:ext>
            </a:extLst>
          </p:cNvPr>
          <p:cNvSpPr/>
          <p:nvPr/>
        </p:nvSpPr>
        <p:spPr>
          <a:xfrm>
            <a:off x="3101811" y="3152774"/>
            <a:ext cx="1424940" cy="571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</a:t>
            </a:r>
            <a:endParaRPr lang="de-CH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90CDE3-50C4-4AE3-97CF-E8D7EE33CC21}"/>
              </a:ext>
            </a:extLst>
          </p:cNvPr>
          <p:cNvSpPr/>
          <p:nvPr/>
        </p:nvSpPr>
        <p:spPr>
          <a:xfrm>
            <a:off x="4853940" y="3152774"/>
            <a:ext cx="1074420" cy="12849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Logging</a:t>
            </a:r>
            <a:endParaRPr lang="de-CH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1615B3-D149-4EAC-BD43-11E486E7CF72}"/>
              </a:ext>
            </a:extLst>
          </p:cNvPr>
          <p:cNvSpPr/>
          <p:nvPr/>
        </p:nvSpPr>
        <p:spPr>
          <a:xfrm>
            <a:off x="3101811" y="3866196"/>
            <a:ext cx="1424940" cy="571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</a:t>
            </a:r>
            <a:endParaRPr lang="de-CH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F14942-AE66-441D-8BF9-D341AF67BAB3}"/>
              </a:ext>
            </a:extLst>
          </p:cNvPr>
          <p:cNvSpPr/>
          <p:nvPr/>
        </p:nvSpPr>
        <p:spPr>
          <a:xfrm>
            <a:off x="6117427" y="3152774"/>
            <a:ext cx="1069660" cy="12849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Auth</a:t>
            </a:r>
            <a:endParaRPr lang="de-CH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7CAB23-E054-4A44-8497-09EA06232DD8}"/>
              </a:ext>
            </a:extLst>
          </p:cNvPr>
          <p:cNvSpPr/>
          <p:nvPr/>
        </p:nvSpPr>
        <p:spPr>
          <a:xfrm>
            <a:off x="7414255" y="3152774"/>
            <a:ext cx="1069660" cy="12849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  <a:endParaRPr lang="de-CH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7C3B5B4-3CAD-4D7F-83D4-0109E4E037AF}"/>
              </a:ext>
            </a:extLst>
          </p:cNvPr>
          <p:cNvSpPr/>
          <p:nvPr/>
        </p:nvSpPr>
        <p:spPr>
          <a:xfrm>
            <a:off x="4432936" y="3222188"/>
            <a:ext cx="4497703" cy="42672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3B4EA158-E310-4EDA-88CF-CB39DB91F808}"/>
              </a:ext>
            </a:extLst>
          </p:cNvPr>
          <p:cNvSpPr/>
          <p:nvPr/>
        </p:nvSpPr>
        <p:spPr>
          <a:xfrm rot="10800000">
            <a:off x="4403405" y="3938587"/>
            <a:ext cx="4497703" cy="426720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9189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2" grpId="0" animBg="1"/>
      <p:bldP spid="23" grpId="0" animBg="1"/>
      <p:bldP spid="24" grpId="0" animBg="1"/>
      <p:bldP spid="25" grpId="0" animBg="1"/>
      <p:bldP spid="11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65A63E0-C004-4248-9B22-F7CD5EB23497}"/>
              </a:ext>
            </a:extLst>
          </p:cNvPr>
          <p:cNvSpPr/>
          <p:nvPr/>
        </p:nvSpPr>
        <p:spPr>
          <a:xfrm>
            <a:off x="4491133" y="1161661"/>
            <a:ext cx="3209731" cy="8770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Logic</a:t>
            </a:r>
            <a:endParaRPr lang="de-CH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9D8A59-9C21-413B-92EB-E2CF2EE542C3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H="1" flipV="1">
            <a:off x="6095999" y="2038738"/>
            <a:ext cx="2" cy="622042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3A0A4DD-9BBE-4220-9721-508E7D32055B}"/>
              </a:ext>
            </a:extLst>
          </p:cNvPr>
          <p:cNvSpPr/>
          <p:nvPr/>
        </p:nvSpPr>
        <p:spPr>
          <a:xfrm>
            <a:off x="4491134" y="2660779"/>
            <a:ext cx="3209731" cy="15364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D9F30-1BD6-4B82-8B35-30F6C912F27B}"/>
              </a:ext>
            </a:extLst>
          </p:cNvPr>
          <p:cNvSpPr/>
          <p:nvPr/>
        </p:nvSpPr>
        <p:spPr>
          <a:xfrm>
            <a:off x="5128726" y="2660780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</a:t>
            </a:r>
            <a:endParaRPr lang="de-CH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49BDB5-0D56-48EF-98E2-592CF48E0D8D}"/>
              </a:ext>
            </a:extLst>
          </p:cNvPr>
          <p:cNvCxnSpPr>
            <a:stCxn id="6" idx="0"/>
            <a:endCxn id="5" idx="2"/>
          </p:cNvCxnSpPr>
          <p:nvPr/>
        </p:nvCxnSpPr>
        <p:spPr>
          <a:xfrm flipH="1" flipV="1">
            <a:off x="6095999" y="2038738"/>
            <a:ext cx="2" cy="6220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E01D0D5-BE60-4CD6-AD27-1DB4D4A29B22}"/>
              </a:ext>
            </a:extLst>
          </p:cNvPr>
          <p:cNvSpPr/>
          <p:nvPr/>
        </p:nvSpPr>
        <p:spPr>
          <a:xfrm>
            <a:off x="5128726" y="4680422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 API</a:t>
            </a:r>
            <a:endParaRPr lang="de-CH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5B9227-6C0C-4661-A9B7-DEE9E20D93BD}"/>
              </a:ext>
            </a:extLst>
          </p:cNvPr>
          <p:cNvCxnSpPr>
            <a:stCxn id="27" idx="0"/>
          </p:cNvCxnSpPr>
          <p:nvPr/>
        </p:nvCxnSpPr>
        <p:spPr>
          <a:xfrm flipV="1">
            <a:off x="6096001" y="4192119"/>
            <a:ext cx="0" cy="488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60B5D74-2F4F-48A7-BB1B-83C892158A45}"/>
              </a:ext>
            </a:extLst>
          </p:cNvPr>
          <p:cNvSpPr/>
          <p:nvPr/>
        </p:nvSpPr>
        <p:spPr>
          <a:xfrm>
            <a:off x="8374846" y="3191068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Queue API</a:t>
            </a:r>
            <a:endParaRPr lang="de-CH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2F3CBD-F618-4B31-98E0-A57A7C5BF8A7}"/>
              </a:ext>
            </a:extLst>
          </p:cNvPr>
          <p:cNvSpPr/>
          <p:nvPr/>
        </p:nvSpPr>
        <p:spPr>
          <a:xfrm>
            <a:off x="1882605" y="3191068"/>
            <a:ext cx="1934549" cy="4758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 Line</a:t>
            </a:r>
            <a:endParaRPr lang="de-CH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1E70FC-05F5-4A85-A040-BD68560A7513}"/>
              </a:ext>
            </a:extLst>
          </p:cNvPr>
          <p:cNvCxnSpPr>
            <a:stCxn id="30" idx="3"/>
            <a:endCxn id="17" idx="1"/>
          </p:cNvCxnSpPr>
          <p:nvPr/>
        </p:nvCxnSpPr>
        <p:spPr>
          <a:xfrm>
            <a:off x="3817154" y="3428999"/>
            <a:ext cx="67398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7D158F-1CB7-4CE6-9D8D-3EEA964E846F}"/>
              </a:ext>
            </a:extLst>
          </p:cNvPr>
          <p:cNvCxnSpPr>
            <a:stCxn id="29" idx="1"/>
            <a:endCxn id="17" idx="3"/>
          </p:cNvCxnSpPr>
          <p:nvPr/>
        </p:nvCxnSpPr>
        <p:spPr>
          <a:xfrm flipH="1">
            <a:off x="7700865" y="3428999"/>
            <a:ext cx="67398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Cylinder 14">
            <a:extLst>
              <a:ext uri="{FF2B5EF4-FFF2-40B4-BE49-F238E27FC236}">
                <a16:creationId xmlns:a16="http://schemas.microsoft.com/office/drawing/2014/main" id="{7E4A89D4-E3FC-4BFC-9A06-6668F434A303}"/>
              </a:ext>
            </a:extLst>
          </p:cNvPr>
          <p:cNvSpPr/>
          <p:nvPr/>
        </p:nvSpPr>
        <p:spPr>
          <a:xfrm rot="5400000">
            <a:off x="5819677" y="2217268"/>
            <a:ext cx="552644" cy="2641179"/>
          </a:xfrm>
          <a:prstGeom prst="can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5A533D-9FAF-4256-B075-92B6FC31A980}"/>
              </a:ext>
            </a:extLst>
          </p:cNvPr>
          <p:cNvSpPr txBox="1"/>
          <p:nvPr/>
        </p:nvSpPr>
        <p:spPr>
          <a:xfrm>
            <a:off x="4853938" y="3383968"/>
            <a:ext cx="2484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Cross-Cutting Concerns</a:t>
            </a:r>
            <a:endParaRPr lang="de-CH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532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27A42B-36DB-478F-B87E-EACAF7DF3BAC}"/>
              </a:ext>
            </a:extLst>
          </p:cNvPr>
          <p:cNvSpPr txBox="1"/>
          <p:nvPr/>
        </p:nvSpPr>
        <p:spPr>
          <a:xfrm>
            <a:off x="4853940" y="1707568"/>
            <a:ext cx="2484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</a:rPr>
              <a:t>MediatR</a:t>
            </a:r>
            <a:endParaRPr lang="de-CH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63524-8EAE-4F73-9D38-F489A8431254}"/>
              </a:ext>
            </a:extLst>
          </p:cNvPr>
          <p:cNvSpPr txBox="1"/>
          <p:nvPr/>
        </p:nvSpPr>
        <p:spPr>
          <a:xfrm>
            <a:off x="2468880" y="2425720"/>
            <a:ext cx="725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Single static pipeline for all kinds of requests</a:t>
            </a:r>
            <a:endParaRPr lang="de-CH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B84FC-40E1-43FB-80C2-29CD2689BA91}"/>
              </a:ext>
            </a:extLst>
          </p:cNvPr>
          <p:cNvSpPr txBox="1"/>
          <p:nvPr/>
        </p:nvSpPr>
        <p:spPr>
          <a:xfrm>
            <a:off x="2468880" y="3143872"/>
            <a:ext cx="725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No pipeline for notifications</a:t>
            </a:r>
            <a:endParaRPr lang="de-CH" sz="2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B898A5-C421-486E-B917-A02AD6B8EFCB}"/>
              </a:ext>
            </a:extLst>
          </p:cNvPr>
          <p:cNvSpPr txBox="1"/>
          <p:nvPr/>
        </p:nvSpPr>
        <p:spPr>
          <a:xfrm>
            <a:off x="2468880" y="3862024"/>
            <a:ext cx="725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Difficult to configure pipeline</a:t>
            </a:r>
            <a:endParaRPr lang="de-CH" sz="2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0A8C5-9DE7-4252-AE54-27FB091306E8}"/>
              </a:ext>
            </a:extLst>
          </p:cNvPr>
          <p:cNvSpPr txBox="1"/>
          <p:nvPr/>
        </p:nvSpPr>
        <p:spPr>
          <a:xfrm>
            <a:off x="2468880" y="4580176"/>
            <a:ext cx="725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Makes code difficult to navigate</a:t>
            </a:r>
            <a:endParaRPr lang="de-CH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96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27A42B-36DB-478F-B87E-EACAF7DF3BAC}"/>
              </a:ext>
            </a:extLst>
          </p:cNvPr>
          <p:cNvSpPr txBox="1"/>
          <p:nvPr/>
        </p:nvSpPr>
        <p:spPr>
          <a:xfrm>
            <a:off x="4853940" y="1707568"/>
            <a:ext cx="2484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Conqueror</a:t>
            </a:r>
            <a:endParaRPr lang="de-CH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63524-8EAE-4F73-9D38-F489A8431254}"/>
              </a:ext>
            </a:extLst>
          </p:cNvPr>
          <p:cNvSpPr txBox="1"/>
          <p:nvPr/>
        </p:nvSpPr>
        <p:spPr>
          <a:xfrm>
            <a:off x="2468880" y="2425720"/>
            <a:ext cx="725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CQS: treat commands and queries differently</a:t>
            </a:r>
            <a:endParaRPr lang="de-CH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B84FC-40E1-43FB-80C2-29CD2689BA91}"/>
              </a:ext>
            </a:extLst>
          </p:cNvPr>
          <p:cNvSpPr txBox="1"/>
          <p:nvPr/>
        </p:nvSpPr>
        <p:spPr>
          <a:xfrm>
            <a:off x="2468880" y="3143872"/>
            <a:ext cx="725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Pipeline for events</a:t>
            </a:r>
            <a:endParaRPr lang="de-CH" sz="2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B898A5-C421-486E-B917-A02AD6B8EFCB}"/>
              </a:ext>
            </a:extLst>
          </p:cNvPr>
          <p:cNvSpPr txBox="1"/>
          <p:nvPr/>
        </p:nvSpPr>
        <p:spPr>
          <a:xfrm>
            <a:off x="2468880" y="3862024"/>
            <a:ext cx="725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Make pipelines easily configurable</a:t>
            </a:r>
            <a:endParaRPr lang="de-CH" sz="2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0A8C5-9DE7-4252-AE54-27FB091306E8}"/>
              </a:ext>
            </a:extLst>
          </p:cNvPr>
          <p:cNvSpPr txBox="1"/>
          <p:nvPr/>
        </p:nvSpPr>
        <p:spPr>
          <a:xfrm>
            <a:off x="2468880" y="4580176"/>
            <a:ext cx="725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Focus on readability</a:t>
            </a:r>
            <a:endParaRPr lang="de-CH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38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0</TotalTime>
  <Words>117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Zuehlke Engineering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Ziller, Jonathan</dc:creator>
  <cp:lastModifiedBy>Ziller, Jonathan</cp:lastModifiedBy>
  <cp:revision>4</cp:revision>
  <dcterms:created xsi:type="dcterms:W3CDTF">2022-04-20T09:09:27Z</dcterms:created>
  <dcterms:modified xsi:type="dcterms:W3CDTF">2022-04-20T13:24:01Z</dcterms:modified>
</cp:coreProperties>
</file>